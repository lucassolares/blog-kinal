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7ff4f7a6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7ff4f7a6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77ff4f7a66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77ff4f7a66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7ff4f7a66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7ff4f7a66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7ff4f7a66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7ff4f7a66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7ff4f7a66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7ff4f7a66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7ff4f7a66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7ff4f7a66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7ff4f7a66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7ff4f7a66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77ff4f7a66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77ff4f7a66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7ff4f7a66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7ff4f7a66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8582f004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8582f004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582f004f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582f004f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8582f004f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8582f004f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582f004f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582f004f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77ff4f7a66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77ff4f7a66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79600" y="1578400"/>
            <a:ext cx="3410400" cy="7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BackboneJS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Lucas Guillermo Solares Figueroa - 2018336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Jonathan Alexander Lima Ruiz - 2018485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24567" l="32360" r="32043" t="24567"/>
          <a:stretch/>
        </p:blipFill>
        <p:spPr>
          <a:xfrm>
            <a:off x="3417403" y="1436178"/>
            <a:ext cx="2309199" cy="227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PIONERO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CÓDIGO</a:t>
            </a:r>
            <a:r>
              <a:rPr lang="es-419"/>
              <a:t> </a:t>
            </a:r>
            <a:r>
              <a:rPr lang="es-419"/>
              <a:t>ESPAGUETI</a:t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875" y="3445500"/>
            <a:ext cx="1309700" cy="13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542050" y="1997400"/>
            <a:ext cx="26127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400"/>
              <a:t>MVC?</a:t>
            </a:r>
            <a:endParaRPr sz="6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31575" r="31520" t="0"/>
          <a:stretch/>
        </p:blipFill>
        <p:spPr>
          <a:xfrm>
            <a:off x="2897950" y="1245875"/>
            <a:ext cx="3262100" cy="26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idx="4294967295" type="title"/>
          </p:nvPr>
        </p:nvSpPr>
        <p:spPr>
          <a:xfrm>
            <a:off x="222050" y="191875"/>
            <a:ext cx="2612700" cy="11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400"/>
              <a:t>MV*</a:t>
            </a:r>
            <a:endParaRPr sz="6400"/>
          </a:p>
        </p:txBody>
      </p:sp>
      <p:sp>
        <p:nvSpPr>
          <p:cNvPr id="162" name="Google Shape;162;p18"/>
          <p:cNvSpPr/>
          <p:nvPr/>
        </p:nvSpPr>
        <p:spPr>
          <a:xfrm>
            <a:off x="3239200" y="1221375"/>
            <a:ext cx="933000" cy="9330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3239200" y="3052650"/>
            <a:ext cx="933000" cy="9330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1563375" y="2105250"/>
            <a:ext cx="933000" cy="9330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198475" y="1638750"/>
            <a:ext cx="933000" cy="9330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6300" y="3271025"/>
            <a:ext cx="1040850" cy="1040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18"/>
          <p:cNvCxnSpPr>
            <a:stCxn id="166" idx="0"/>
            <a:endCxn id="165" idx="5"/>
          </p:cNvCxnSpPr>
          <p:nvPr/>
        </p:nvCxnSpPr>
        <p:spPr>
          <a:xfrm flipH="1" rot="5400000">
            <a:off x="5987825" y="2442125"/>
            <a:ext cx="835800" cy="822000"/>
          </a:xfrm>
          <a:prstGeom prst="curvedConnector3">
            <a:avLst>
              <a:gd fmla="val 41833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68" name="Google Shape;168;p18"/>
          <p:cNvSpPr txBox="1"/>
          <p:nvPr/>
        </p:nvSpPr>
        <p:spPr>
          <a:xfrm>
            <a:off x="5388975" y="1741050"/>
            <a:ext cx="5520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 sz="40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3429700" y="1323675"/>
            <a:ext cx="5520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endParaRPr sz="40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3429700" y="3154950"/>
            <a:ext cx="5520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40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1692225" y="2207550"/>
            <a:ext cx="675300" cy="7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20124D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endParaRPr sz="4000">
              <a:solidFill>
                <a:srgbClr val="20124D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2" name="Google Shape;172;p18"/>
          <p:cNvCxnSpPr>
            <a:stCxn id="165" idx="2"/>
            <a:endCxn id="162" idx="6"/>
          </p:cNvCxnSpPr>
          <p:nvPr/>
        </p:nvCxnSpPr>
        <p:spPr>
          <a:xfrm rot="10800000">
            <a:off x="4172175" y="1687950"/>
            <a:ext cx="1026300" cy="4173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73" name="Google Shape;173;p18"/>
          <p:cNvCxnSpPr>
            <a:stCxn id="162" idx="2"/>
            <a:endCxn id="164" idx="6"/>
          </p:cNvCxnSpPr>
          <p:nvPr/>
        </p:nvCxnSpPr>
        <p:spPr>
          <a:xfrm flipH="1">
            <a:off x="2496400" y="1687875"/>
            <a:ext cx="742800" cy="883800"/>
          </a:xfrm>
          <a:prstGeom prst="curvedConnector3">
            <a:avLst>
              <a:gd fmla="val 50002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74" name="Google Shape;174;p18"/>
          <p:cNvCxnSpPr>
            <a:stCxn id="163" idx="2"/>
            <a:endCxn id="164" idx="4"/>
          </p:cNvCxnSpPr>
          <p:nvPr/>
        </p:nvCxnSpPr>
        <p:spPr>
          <a:xfrm rot="10800000">
            <a:off x="2029900" y="3038250"/>
            <a:ext cx="1209300" cy="480900"/>
          </a:xfrm>
          <a:prstGeom prst="curvedConnector2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75" name="Google Shape;175;p18"/>
          <p:cNvCxnSpPr>
            <a:stCxn id="163" idx="0"/>
            <a:endCxn id="162" idx="4"/>
          </p:cNvCxnSpPr>
          <p:nvPr/>
        </p:nvCxnSpPr>
        <p:spPr>
          <a:xfrm rot="-5400000">
            <a:off x="3256900" y="2603250"/>
            <a:ext cx="898200" cy="6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DEPENDENCIAS?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417250" y="508275"/>
            <a:ext cx="3573000" cy="110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 rotWithShape="1">
          <a:blip r:embed="rId3">
            <a:alphaModFix/>
          </a:blip>
          <a:srcRect b="21361" l="0" r="0" t="25262"/>
          <a:stretch/>
        </p:blipFill>
        <p:spPr>
          <a:xfrm>
            <a:off x="462750" y="546200"/>
            <a:ext cx="3491549" cy="101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1075" y="1793100"/>
            <a:ext cx="2677056" cy="11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0400" y="4035425"/>
            <a:ext cx="1016575" cy="1016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20"/>
          <p:cNvGrpSpPr/>
          <p:nvPr/>
        </p:nvGrpSpPr>
        <p:grpSpPr>
          <a:xfrm>
            <a:off x="4572000" y="3025925"/>
            <a:ext cx="3807600" cy="857100"/>
            <a:chOff x="645525" y="4051075"/>
            <a:chExt cx="3807600" cy="857100"/>
          </a:xfrm>
        </p:grpSpPr>
        <p:sp>
          <p:nvSpPr>
            <p:cNvPr id="190" name="Google Shape;190;p20"/>
            <p:cNvSpPr/>
            <p:nvPr/>
          </p:nvSpPr>
          <p:spPr>
            <a:xfrm>
              <a:off x="645525" y="4051075"/>
              <a:ext cx="3807600" cy="857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1" name="Google Shape;191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0725" y="4205075"/>
              <a:ext cx="3726901" cy="649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idx="4294967295" type="title"/>
          </p:nvPr>
        </p:nvSpPr>
        <p:spPr>
          <a:xfrm>
            <a:off x="222050" y="191875"/>
            <a:ext cx="14622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/>
              <a:t>Model</a:t>
            </a:r>
            <a:endParaRPr sz="3200"/>
          </a:p>
        </p:txBody>
      </p:sp>
      <p:sp>
        <p:nvSpPr>
          <p:cNvPr id="197" name="Google Shape;197;p21"/>
          <p:cNvSpPr txBox="1"/>
          <p:nvPr>
            <p:ph idx="4294967295" type="title"/>
          </p:nvPr>
        </p:nvSpPr>
        <p:spPr>
          <a:xfrm>
            <a:off x="222050" y="2415325"/>
            <a:ext cx="14622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/>
              <a:t>View</a:t>
            </a:r>
            <a:endParaRPr sz="3200"/>
          </a:p>
        </p:txBody>
      </p:sp>
      <p:sp>
        <p:nvSpPr>
          <p:cNvPr id="198" name="Google Shape;198;p21"/>
          <p:cNvSpPr txBox="1"/>
          <p:nvPr>
            <p:ph idx="4294967295" type="title"/>
          </p:nvPr>
        </p:nvSpPr>
        <p:spPr>
          <a:xfrm>
            <a:off x="6167650" y="191875"/>
            <a:ext cx="24969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/>
              <a:t>Collections</a:t>
            </a:r>
            <a:endParaRPr sz="3200"/>
          </a:p>
        </p:txBody>
      </p:sp>
      <p:sp>
        <p:nvSpPr>
          <p:cNvPr id="199" name="Google Shape;199;p21"/>
          <p:cNvSpPr txBox="1"/>
          <p:nvPr>
            <p:ph idx="4294967295" type="title"/>
          </p:nvPr>
        </p:nvSpPr>
        <p:spPr>
          <a:xfrm>
            <a:off x="6811800" y="2415325"/>
            <a:ext cx="1700400" cy="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/>
              <a:t>Routes</a:t>
            </a:r>
            <a:endParaRPr sz="3200"/>
          </a:p>
        </p:txBody>
      </p:sp>
      <p:sp>
        <p:nvSpPr>
          <p:cNvPr id="200" name="Google Shape;200;p21"/>
          <p:cNvSpPr txBox="1"/>
          <p:nvPr>
            <p:ph idx="4294967295" type="title"/>
          </p:nvPr>
        </p:nvSpPr>
        <p:spPr>
          <a:xfrm>
            <a:off x="222050" y="1057350"/>
            <a:ext cx="4025700" cy="5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Backbone.model.extends({})</a:t>
            </a:r>
            <a:endParaRPr b="1" sz="2000"/>
          </a:p>
        </p:txBody>
      </p:sp>
      <p:sp>
        <p:nvSpPr>
          <p:cNvPr id="201" name="Google Shape;201;p21"/>
          <p:cNvSpPr txBox="1"/>
          <p:nvPr>
            <p:ph idx="4294967295" type="title"/>
          </p:nvPr>
        </p:nvSpPr>
        <p:spPr>
          <a:xfrm>
            <a:off x="222050" y="3235275"/>
            <a:ext cx="4025700" cy="5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Backbone.view.extends({})</a:t>
            </a:r>
            <a:endParaRPr b="1" sz="2000"/>
          </a:p>
        </p:txBody>
      </p:sp>
      <p:sp>
        <p:nvSpPr>
          <p:cNvPr id="202" name="Google Shape;202;p21"/>
          <p:cNvSpPr txBox="1"/>
          <p:nvPr>
            <p:ph idx="4294967295" type="title"/>
          </p:nvPr>
        </p:nvSpPr>
        <p:spPr>
          <a:xfrm>
            <a:off x="4486450" y="1057350"/>
            <a:ext cx="4505100" cy="5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Backbone.collection.extends({})</a:t>
            </a:r>
            <a:endParaRPr b="1" sz="2000"/>
          </a:p>
        </p:txBody>
      </p:sp>
      <p:sp>
        <p:nvSpPr>
          <p:cNvPr id="203" name="Google Shape;203;p21"/>
          <p:cNvSpPr txBox="1"/>
          <p:nvPr>
            <p:ph idx="4294967295" type="title"/>
          </p:nvPr>
        </p:nvSpPr>
        <p:spPr>
          <a:xfrm>
            <a:off x="4486500" y="3235275"/>
            <a:ext cx="4025700" cy="5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Backbone.route.extends({})</a:t>
            </a:r>
            <a:endParaRPr b="1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2850"/>
            <a:ext cx="8839200" cy="3557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 rotWithShape="1">
          <a:blip r:embed="rId4">
            <a:alphaModFix/>
          </a:blip>
          <a:srcRect b="24567" l="32360" r="32043" t="24567"/>
          <a:stretch/>
        </p:blipFill>
        <p:spPr>
          <a:xfrm>
            <a:off x="1048075" y="1737250"/>
            <a:ext cx="930876" cy="91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App’s que utilizan Backbone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85738"/>
            <a:ext cx="7296150" cy="47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263" y="152400"/>
            <a:ext cx="751748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5950"/>
            <a:ext cx="8839201" cy="451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525" y="675175"/>
            <a:ext cx="2877450" cy="3461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3350" y="751375"/>
            <a:ext cx="1596126" cy="13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3351" y="2534150"/>
            <a:ext cx="1596125" cy="15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0626" y="1983937"/>
            <a:ext cx="1356474" cy="117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