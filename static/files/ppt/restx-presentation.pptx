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7f85f31c4b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7f85f31c4b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7f85f31c4b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7f85f31c4b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f85f31c4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7f85f31c4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f85f31c4b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f85f31c4b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7f85f31c4b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7f85f31c4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f85f31c4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f85f31c4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7f85f31c4b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7f85f31c4b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f85f31c4b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f85f31c4b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7f85f31c4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7f85f31c4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7f85f31c4b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7f85f31c4b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f85f31c4b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f85f31c4b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f85f31c4b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f85f31c4b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jpg"/><Relationship Id="rId5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RestX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Una aplicación administrativa para restaurantes diferentes al resto.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Lucas Solares 2018-336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Jonathan Lima 2018-485</a:t>
            </a:r>
            <a:endParaRPr b="1"/>
          </a:p>
        </p:txBody>
      </p:sp>
      <p:pic>
        <p:nvPicPr>
          <p:cNvPr id="74" name="Google Shape;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s-419"/>
              <a:t>Esta aplicación </a:t>
            </a:r>
            <a:r>
              <a:rPr lang="es-419"/>
              <a:t>está</a:t>
            </a:r>
            <a:r>
              <a:rPr lang="es-419"/>
              <a:t> pensada para solucionar problemas generales, tanto del lado administrativo, como del lado del cliente para empresas que se dediquen a la distribución de alimentos (restaurantes).</a:t>
            </a:r>
            <a:endParaRPr/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725" y="3144325"/>
            <a:ext cx="2165275" cy="14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6200" y="2985300"/>
            <a:ext cx="2898876" cy="156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Descripción del Proyecto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s-419"/>
              <a:t>Nuestro proyecto </a:t>
            </a:r>
            <a:r>
              <a:rPr lang="es-419"/>
              <a:t>está</a:t>
            </a:r>
            <a:r>
              <a:rPr lang="es-419"/>
              <a:t> pensado para que una empresa que </a:t>
            </a:r>
            <a:r>
              <a:rPr lang="es-419"/>
              <a:t>distribuye</a:t>
            </a:r>
            <a:r>
              <a:rPr lang="es-419"/>
              <a:t> alimentos pueda gestionar todo </a:t>
            </a:r>
            <a:r>
              <a:rPr lang="es-419"/>
              <a:t>administración</a:t>
            </a:r>
            <a:r>
              <a:rPr lang="es-419"/>
              <a:t> contable, sus sucursales y </a:t>
            </a:r>
            <a:r>
              <a:rPr lang="es-419"/>
              <a:t>envíos</a:t>
            </a:r>
            <a:r>
              <a:rPr lang="es-419"/>
              <a:t> a domicilio. </a:t>
            </a:r>
            <a:r>
              <a:rPr lang="es-419"/>
              <a:t>Además</a:t>
            </a:r>
            <a:r>
              <a:rPr lang="es-419"/>
              <a:t> el cliente </a:t>
            </a:r>
            <a:r>
              <a:rPr lang="es-419"/>
              <a:t>podrá</a:t>
            </a:r>
            <a:r>
              <a:rPr lang="es-419"/>
              <a:t> tener un </a:t>
            </a:r>
            <a:r>
              <a:rPr lang="es-419"/>
              <a:t>rápido</a:t>
            </a:r>
            <a:r>
              <a:rPr lang="es-419"/>
              <a:t> acceso para poder realizar sus pedidos.</a:t>
            </a:r>
            <a:endParaRPr/>
          </a:p>
        </p:txBody>
      </p:sp>
      <p:pic>
        <p:nvPicPr>
          <p:cNvPr id="90" name="Google Shape;9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0175" y="3040875"/>
            <a:ext cx="2063750" cy="152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1250" y="3047213"/>
            <a:ext cx="2282324" cy="151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Descripción del Proyecto</a:t>
            </a:r>
            <a:endParaRPr/>
          </a:p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/>
              <a:t>Administración Contable</a:t>
            </a:r>
            <a:endParaRPr b="1" sz="24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Podrá</a:t>
            </a:r>
            <a:r>
              <a:rPr lang="es-419"/>
              <a:t> llevar el control de su </a:t>
            </a:r>
            <a:r>
              <a:rPr lang="es-419"/>
              <a:t>facturación</a:t>
            </a:r>
            <a:r>
              <a:rPr lang="es-419"/>
              <a:t> y </a:t>
            </a:r>
            <a:r>
              <a:rPr lang="es-419"/>
              <a:t>también</a:t>
            </a:r>
            <a:r>
              <a:rPr lang="es-419"/>
              <a:t> el control de cada empleado como poder visualizar su sueldo, su </a:t>
            </a:r>
            <a:r>
              <a:rPr lang="es-419"/>
              <a:t>información</a:t>
            </a:r>
            <a:r>
              <a:rPr lang="es-419"/>
              <a:t> personal y tomar asistencia de una manera muy sencilla.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5650" y="3327750"/>
            <a:ext cx="2136200" cy="13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Descripción del Proyecto</a:t>
            </a:r>
            <a:endParaRPr/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/>
              <a:t>Administración</a:t>
            </a:r>
            <a:r>
              <a:rPr b="1" lang="es-419" sz="2400"/>
              <a:t> de Sucursales</a:t>
            </a:r>
            <a:endParaRPr b="1" sz="24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La empresa </a:t>
            </a:r>
            <a:r>
              <a:rPr lang="es-419"/>
              <a:t>podrá</a:t>
            </a:r>
            <a:r>
              <a:rPr lang="es-419"/>
              <a:t> llevar el control de sus mesas, su </a:t>
            </a:r>
            <a:r>
              <a:rPr lang="es-419"/>
              <a:t>menú</a:t>
            </a:r>
            <a:r>
              <a:rPr lang="es-419"/>
              <a:t> y sus productos de una manera muy accesible por cada sucursal que la empresa posea.</a:t>
            </a:r>
            <a:endParaRPr/>
          </a:p>
        </p:txBody>
      </p:sp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5575" y="3080925"/>
            <a:ext cx="2023026" cy="151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Descripción del Proyecto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/>
              <a:t>Cliente</a:t>
            </a:r>
            <a:endParaRPr b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El cliente </a:t>
            </a:r>
            <a:r>
              <a:rPr lang="es-419"/>
              <a:t>podrá</a:t>
            </a:r>
            <a:r>
              <a:rPr lang="es-419"/>
              <a:t> realizar sus pedidos muy </a:t>
            </a:r>
            <a:r>
              <a:rPr lang="es-419"/>
              <a:t>fácilmente</a:t>
            </a:r>
            <a:r>
              <a:rPr lang="es-419"/>
              <a:t> desde su mesa cuando se encuentre dentro de una sucursal pero tambien podra realizar estos pedidos desde su domicilio debido a nuestra </a:t>
            </a:r>
            <a:r>
              <a:rPr lang="es-419"/>
              <a:t>aplicación</a:t>
            </a:r>
            <a:r>
              <a:rPr lang="es-419"/>
              <a:t> </a:t>
            </a:r>
            <a:r>
              <a:rPr lang="es-419"/>
              <a:t>móvil</a:t>
            </a:r>
            <a:r>
              <a:rPr lang="es-419"/>
              <a:t>.</a:t>
            </a:r>
            <a:endParaRPr/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4350" y="3282175"/>
            <a:ext cx="2028500" cy="13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Descripción del Proyecto</a:t>
            </a:r>
            <a:endParaRPr/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/>
              <a:t>Envíos</a:t>
            </a:r>
            <a:r>
              <a:rPr b="1" lang="es-419" sz="2400"/>
              <a:t> a Domicilio</a:t>
            </a:r>
            <a:endParaRPr b="1" sz="2400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La empresa </a:t>
            </a:r>
            <a:r>
              <a:rPr lang="es-419"/>
              <a:t>podrá</a:t>
            </a:r>
            <a:r>
              <a:rPr lang="es-419"/>
              <a:t> </a:t>
            </a:r>
            <a:r>
              <a:rPr lang="es-419"/>
              <a:t>monitorear</a:t>
            </a:r>
            <a:r>
              <a:rPr lang="es-419"/>
              <a:t> todos sus pedidos a domicilio de una manera muy accesible, </a:t>
            </a:r>
            <a:r>
              <a:rPr lang="es-419"/>
              <a:t>podrá</a:t>
            </a:r>
            <a:r>
              <a:rPr lang="es-419"/>
              <a:t> rastrear cada pedido que se </a:t>
            </a:r>
            <a:r>
              <a:rPr lang="es-419"/>
              <a:t>realice</a:t>
            </a:r>
            <a:r>
              <a:rPr lang="es-419"/>
              <a:t>. El cliente </a:t>
            </a:r>
            <a:r>
              <a:rPr lang="es-419"/>
              <a:t>también</a:t>
            </a:r>
            <a:r>
              <a:rPr lang="es-419"/>
              <a:t> lo podrá visualizar.</a:t>
            </a:r>
            <a:endParaRPr/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1325" y="3289425"/>
            <a:ext cx="1308750" cy="130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Presupuesto</a:t>
            </a:r>
            <a:endParaRPr/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Contamos con un presupuesto muy limitado sin embargo se planean que la aplicación pueda solventar sus mismos gastos </a:t>
            </a:r>
            <a:r>
              <a:rPr lang="es-419"/>
              <a:t>proveyendo</a:t>
            </a:r>
            <a:r>
              <a:rPr lang="es-419"/>
              <a:t> planes mensuales.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b="1" lang="es-419"/>
              <a:t>Free - $</a:t>
            </a:r>
            <a:r>
              <a:rPr b="1" lang="es-419"/>
              <a:t>.0.00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/>
              <a:t>Light - $.10.00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-419"/>
              <a:t>Huge - $.25.00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Cada uno </a:t>
            </a:r>
            <a:r>
              <a:rPr lang="es-419"/>
              <a:t>provee</a:t>
            </a:r>
            <a:r>
              <a:rPr lang="es-419"/>
              <a:t> mejores </a:t>
            </a:r>
            <a:r>
              <a:rPr lang="es-419"/>
              <a:t>características</a:t>
            </a:r>
            <a:r>
              <a:rPr lang="es-419"/>
              <a:t> al usuario final.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Competencia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FrontRest</a:t>
            </a:r>
            <a:endParaRPr/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950" y="1342200"/>
            <a:ext cx="4066100" cy="305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2400300" y="560550"/>
            <a:ext cx="3071400" cy="40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Ventajas</a:t>
            </a:r>
            <a:endParaRPr b="1"/>
          </a:p>
          <a:p>
            <a:pPr indent="-317500" lvl="0" marL="457200" rtl="0" algn="just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Solución global y escalable.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Adaptable a cualquier negocio.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Gestión de facturas y cobros tanto con tarjeta de </a:t>
            </a:r>
            <a:r>
              <a:rPr lang="es-419"/>
              <a:t>débito</a:t>
            </a:r>
            <a:r>
              <a:rPr lang="es-419"/>
              <a:t> como de </a:t>
            </a:r>
            <a:r>
              <a:rPr lang="es-419"/>
              <a:t>crédito</a:t>
            </a:r>
            <a:r>
              <a:rPr lang="es-419"/>
              <a:t>.</a:t>
            </a:r>
            <a:endParaRPr/>
          </a:p>
        </p:txBody>
      </p:sp>
      <p:sp>
        <p:nvSpPr>
          <p:cNvPr id="149" name="Google Shape;149;p23"/>
          <p:cNvSpPr txBox="1"/>
          <p:nvPr>
            <p:ph idx="2" type="body"/>
          </p:nvPr>
        </p:nvSpPr>
        <p:spPr>
          <a:xfrm>
            <a:off x="5650575" y="560550"/>
            <a:ext cx="3071400" cy="40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Desventajas</a:t>
            </a:r>
            <a:endParaRPr b="1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UI y UX poco amigables.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Muy minimalista en diseño.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Orientada </a:t>
            </a:r>
            <a:r>
              <a:rPr lang="es-419"/>
              <a:t>básicamente</a:t>
            </a:r>
            <a:r>
              <a:rPr lang="es-419"/>
              <a:t> a la parte de contabilidad administrativa </a:t>
            </a:r>
            <a:r>
              <a:rPr lang="es-419"/>
              <a:t>únicamente</a:t>
            </a:r>
            <a:r>
              <a:rPr lang="es-419"/>
              <a:t>.</a:t>
            </a:r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3750" y="2571750"/>
            <a:ext cx="2337326" cy="131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9401" y="2195750"/>
            <a:ext cx="2502876" cy="19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423600" y="397400"/>
            <a:ext cx="8296800" cy="118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¿Trending?</a:t>
            </a:r>
            <a:endParaRPr/>
          </a:p>
        </p:txBody>
      </p:sp>
      <p:pic>
        <p:nvPicPr>
          <p:cNvPr id="158" name="Google Shape;15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125" y="1728625"/>
            <a:ext cx="5257741" cy="28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no hace mejores?</a:t>
            </a:r>
            <a:endParaRPr/>
          </a:p>
        </p:txBody>
      </p:sp>
      <p:sp>
        <p:nvSpPr>
          <p:cNvPr id="164" name="Google Shape;164;p25"/>
          <p:cNvSpPr txBox="1"/>
          <p:nvPr>
            <p:ph idx="1" type="body"/>
          </p:nvPr>
        </p:nvSpPr>
        <p:spPr>
          <a:xfrm>
            <a:off x="2400262" y="124732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UI y UX muy amigables.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Últimas</a:t>
            </a:r>
            <a:r>
              <a:rPr lang="es-419"/>
              <a:t> tecnologías en rendimiento y desarrollo.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Totalmente personalizable.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Precios accesibles para pequeños y medianos empresarios.</a:t>
            </a:r>
            <a:endParaRPr/>
          </a:p>
        </p:txBody>
      </p:sp>
      <p:pic>
        <p:nvPicPr>
          <p:cNvPr id="165" name="Google Shape;16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800" y="2846975"/>
            <a:ext cx="2727051" cy="1818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450" y="1815750"/>
            <a:ext cx="1664525" cy="1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